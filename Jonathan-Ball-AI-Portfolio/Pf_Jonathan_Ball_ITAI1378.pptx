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132320" y="-365760"/>
            <a:ext cx="2011680" cy="2011680"/>
          </a:xfrm>
          <a:prstGeom prst="ellipse">
            <a:avLst/>
          </a:prstGeom>
          <a:solidFill>
            <a:srgbClr val="00A896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Jonathan Ball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373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2C39A"/>
                </a:solidFill>
              </a:rPr>
              <a:t>Applied AI Student  ·  Computer Vision  ·  Houston Community College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331720"/>
            <a:ext cx="2286000" cy="4572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514600"/>
            <a:ext cx="7132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</a:rPr>
              <a:t>Pharmacy technician transitioning into AI &amp; technology — applying precision and healthcare experience to intelligent visual systems.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C39A"/>
                </a:solidFill>
              </a:rPr>
              <a:t>GitHub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520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github.com/MajorGlip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8862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C39A"/>
                </a:solidFill>
              </a:rPr>
              <a:t>Email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886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ball.jonathan1112@gmail.com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LEARNING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</a:rPr>
              <a:t>Computer Vision — ITAI 1378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25880"/>
            <a:ext cx="19202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11479" y="1417320"/>
            <a:ext cx="438912" cy="438912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426464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938528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</a:rPr>
              <a:t>Image
Foundations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2606040"/>
            <a:ext cx="1737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Pixels, color spaces, histograms, basic filtering with OpenCV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23160" y="1325880"/>
            <a:ext cx="19202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514600" y="1417320"/>
            <a:ext cx="438912" cy="438912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14600" y="1426464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1938528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</a:rPr>
              <a:t>Edge &amp; Feature
Detection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2606040"/>
            <a:ext cx="1737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Canny edge detection, Hough transforms, keypoint matching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26280" y="1325880"/>
            <a:ext cx="19202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617720" y="1417320"/>
            <a:ext cx="438912" cy="438912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426464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1938528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</a:rPr>
              <a:t>Object
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2606040"/>
            <a:ext cx="1737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YOLO architecture, bounding boxes, confidence thresholds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29400" y="1325880"/>
            <a:ext cx="19202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720840" y="1417320"/>
            <a:ext cx="438912" cy="438912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1426464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1938528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</a:rPr>
              <a:t>Deep Learning
for Vision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2606040"/>
            <a:ext cx="1737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CNNs, pooling, training &amp; evaluating image classifiers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7091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28090"/>
                </a:solidFill>
              </a:rPr>
              <a:t>Tools: Python · OpenCV · TensorFlow · YOLOv5 · NumPy · Matplotlib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FEATURED PROJECTS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804672"/>
            <a:ext cx="26517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804672"/>
            <a:ext cx="2651760" cy="20116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78992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</a:rPr>
              <a:t>Pharmaceutical Pill
Image Classifier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01368"/>
            <a:ext cx="2377440" cy="256032"/>
          </a:xfrm>
          <a:prstGeom prst="rect">
            <a:avLst/>
          </a:prstGeom>
          <a:solidFill>
            <a:srgbClr val="F4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0136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28090"/>
                </a:solidFill>
              </a:rPr>
              <a:t>TensorFlow · Keras · OpenCV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76272"/>
            <a:ext cx="23774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Trained a CNN to classify pharmaceutical pill types from images — drawing on pharmacy technician experience to apply AI in healthcare.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730752"/>
            <a:ext cx="2377440" cy="25603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73075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88.7% Validation Accuracy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91256" y="804672"/>
            <a:ext cx="26517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91256" y="804672"/>
            <a:ext cx="2651760" cy="20116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28415" y="1078992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</a:rPr>
              <a:t>Real-Time Object
Detection System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28415" y="1801368"/>
            <a:ext cx="2377440" cy="256032"/>
          </a:xfrm>
          <a:prstGeom prst="rect">
            <a:avLst/>
          </a:prstGeom>
          <a:solidFill>
            <a:srgbClr val="F4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28415" y="180136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A896"/>
                </a:solidFill>
              </a:rPr>
              <a:t>YOLOv5 · PyTorch · OpenCV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28415" y="2176272"/>
            <a:ext cx="23774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Built a live object detection pipeline using YOLOv5 on the COCO dataset, capable of identifying 80 object classes in real time.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28415" y="3730752"/>
            <a:ext cx="2377440" cy="25603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28415" y="373075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~28 FPS · 80 Object Classes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62471" y="804672"/>
            <a:ext cx="26517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62471" y="804672"/>
            <a:ext cx="2651760" cy="201168"/>
          </a:xfrm>
          <a:prstGeom prst="rect">
            <a:avLst/>
          </a:prstGeom>
          <a:solidFill>
            <a:srgbClr val="01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99631" y="1078992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</a:rPr>
              <a:t>Lane Detection with
Edge Analysis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99631" y="1801368"/>
            <a:ext cx="2377440" cy="256032"/>
          </a:xfrm>
          <a:prstGeom prst="rect">
            <a:avLst/>
          </a:prstGeom>
          <a:solidFill>
            <a:srgbClr val="F4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99631" y="180136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17A6E"/>
                </a:solidFill>
              </a:rPr>
              <a:t>OpenCV · NumPy · Matplotlib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99631" y="2176272"/>
            <a:ext cx="23774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Implemented a classical CV pipeline using Canny edge detection and Hough transforms to identify road lane markings from dashcam footage.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99631" y="3730752"/>
            <a:ext cx="2377440" cy="256032"/>
          </a:xfrm>
          <a:prstGeom prst="rect">
            <a:avLst/>
          </a:prstGeom>
          <a:solidFill>
            <a:srgbClr val="01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99631" y="373075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94% Detection Rate (straight roads)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SKILLS &amp; COMPETENCIES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</a:rPr>
              <a:t>Technical Skills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61872"/>
            <a:ext cx="4023360" cy="36576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4023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8090"/>
                </a:solidFill>
              </a:rPr>
              <a:t>Languages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36776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Python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947672"/>
            <a:ext cx="4023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993391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8090"/>
                </a:solidFill>
              </a:rPr>
              <a:t>Computer Vision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6712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OpenCV, YOLO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478024"/>
            <a:ext cx="4023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523744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8090"/>
                </a:solidFill>
              </a:rPr>
              <a:t>Deep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69748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TensorFlow, Keras, PyTorch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008376"/>
            <a:ext cx="4023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054096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8090"/>
                </a:solidFill>
              </a:rPr>
              <a:t>Data Tools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227832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NumPy, Matplotlib, Pandas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538728"/>
            <a:ext cx="4023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58444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8090"/>
                </a:solidFill>
              </a:rPr>
              <a:t>Platforms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758184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Google Colab, Jupyter, GitHub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868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</a:rPr>
              <a:t>Transferable Strengths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0" y="1261872"/>
            <a:ext cx="4023360" cy="36576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46320" y="1417320"/>
            <a:ext cx="4023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83480" y="146304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17A6E"/>
                </a:solidFill>
              </a:rPr>
              <a:t>Precision &amp; Accuracy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83480" y="1636776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From pharmacy work — zero tolerance for error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46320" y="1947672"/>
            <a:ext cx="4023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83480" y="1993391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17A6E"/>
                </a:solidFill>
              </a:rPr>
              <a:t>Healthcare Domain Knowledge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83480" y="216712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Understanding clinical workflows and patient safety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46320" y="2478024"/>
            <a:ext cx="4023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83480" y="2523744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17A6E"/>
                </a:solidFill>
              </a:rPr>
              <a:t>Attention to Detail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83480" y="269748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Identifying edge cases in model outputs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46320" y="3008376"/>
            <a:ext cx="4023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83480" y="3054096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17A6E"/>
                </a:solidFill>
              </a:rPr>
              <a:t>Adaptability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83480" y="3227832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Career pivoting into a rapidly evolving field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46320" y="3538728"/>
            <a:ext cx="4023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83480" y="358444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17A6E"/>
                </a:solidFill>
              </a:rPr>
              <a:t>Problem Solving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83480" y="3758184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Breaking down complex tasks into systematic steps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REFLECTION &amp;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13232"/>
            <a:ext cx="2011680" cy="4572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C39A"/>
                </a:solidFill>
              </a:rPr>
              <a:t>Reflection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2588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This program challenged me to think differently about problems — from pill identification to autonomous driving. The most valuable lesson was learning to bridge domain expertise (pharmacy) with technical tools (AI) to create solutions that actually matter.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2860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C39A"/>
                </a:solidFill>
              </a:rPr>
              <a:t>Goals &amp; Next Steps</a:t>
            </a:r>
          </a:p>
        </p:txBody>
      </p:sp>
      <p:sp>
        <p:nvSpPr>
          <p:cNvPr id="8" name="Oval 7"/>
          <p:cNvSpPr/>
          <p:nvPr/>
        </p:nvSpPr>
        <p:spPr>
          <a:xfrm>
            <a:off x="365760" y="2788920"/>
            <a:ext cx="164592" cy="164592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72491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Pursue AI or computer vision role in healthcare or pharmaceutical technology</a:t>
            </a:r>
          </a:p>
        </p:txBody>
      </p:sp>
      <p:sp>
        <p:nvSpPr>
          <p:cNvPr id="10" name="Oval 9"/>
          <p:cNvSpPr/>
          <p:nvPr/>
        </p:nvSpPr>
        <p:spPr>
          <a:xfrm>
            <a:off x="365760" y="3200400"/>
            <a:ext cx="164592" cy="164592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13639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Expand deep learning skills — explore medical imaging and semantic segmentation</a:t>
            </a:r>
          </a:p>
        </p:txBody>
      </p:sp>
      <p:sp>
        <p:nvSpPr>
          <p:cNvPr id="12" name="Oval 11"/>
          <p:cNvSpPr/>
          <p:nvPr/>
        </p:nvSpPr>
        <p:spPr>
          <a:xfrm>
            <a:off x="365760" y="3611879"/>
            <a:ext cx="164592" cy="164592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54787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Build a full-stack AI application for pill verification and medication safety</a:t>
            </a:r>
          </a:p>
        </p:txBody>
      </p:sp>
      <p:sp>
        <p:nvSpPr>
          <p:cNvPr id="14" name="Oval 13"/>
          <p:cNvSpPr/>
          <p:nvPr/>
        </p:nvSpPr>
        <p:spPr>
          <a:xfrm>
            <a:off x="365760" y="4023360"/>
            <a:ext cx="164592" cy="164592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9593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Contribute to open-source computer vision projects on GitHub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709160"/>
            <a:ext cx="9144000" cy="42976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github.com/MajorGlip   ·   ball.jonathan1112@gmail.com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